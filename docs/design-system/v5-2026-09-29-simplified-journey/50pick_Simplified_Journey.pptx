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7439F-B895-C342-BCA4-8769262ADA4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5A1CA-A0E2-8042-B4D0-979B4408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0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1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50pick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Pick. See what you win. Play.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simplified 50pick.tz journey — clear YES/NO questions, winnings shown up front, and deposit exactly when it is needed.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 · September 2026</a:t>
            </a:r>
            <a:endParaRPr lang="en-US" sz="1100" dirty="0"/>
          </a:p>
        </p:txBody>
      </p:sp>
      <p:pic>
        <p:nvPicPr>
          <p:cNvPr id="6" name="Image 0" descr="Mobile screen: Pi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502920"/>
            <a:ext cx="1988923" cy="4206240"/>
          </a:xfrm>
          <a:prstGeom prst="rect">
            <a:avLst/>
          </a:prstGeom>
        </p:spPr>
      </p:pic>
      <p:pic>
        <p:nvPicPr>
          <p:cNvPr id="7" name="Image 1" descr="Mobile screen: M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20040"/>
            <a:ext cx="216187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journey at a glance</a:t>
            </a:r>
            <a:endParaRPr lang="en-US" sz="2600" dirty="0"/>
          </a:p>
        </p:txBody>
      </p:sp>
      <p:pic>
        <p:nvPicPr>
          <p:cNvPr id="3" name="Image 0" descr="Mobile screen: M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513311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7552" y="4343400"/>
            <a:ext cx="292608" cy="292608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67552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4663440"/>
            <a:ext cx="17876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pick NDIO or HAPANA</a:t>
            </a:r>
            <a:endParaRPr lang="en-US" sz="1100" dirty="0"/>
          </a:p>
        </p:txBody>
      </p:sp>
      <p:pic>
        <p:nvPicPr>
          <p:cNvPr id="7" name="Image 1" descr="Mobile screen: Pi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272" y="1005840"/>
            <a:ext cx="1513311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6624" y="4343400"/>
            <a:ext cx="292608" cy="292608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746624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999112" y="4663440"/>
            <a:ext cx="17876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winnings</a:t>
            </a:r>
            <a:endParaRPr lang="en-US" sz="1100" dirty="0"/>
          </a:p>
        </p:txBody>
      </p:sp>
      <p:pic>
        <p:nvPicPr>
          <p:cNvPr id="11" name="Image 2" descr="Mobile screen: LowBal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344" y="1005840"/>
            <a:ext cx="1513311" cy="3200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425696" y="4343400"/>
            <a:ext cx="292608" cy="292608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425696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678184" y="4663440"/>
            <a:ext cx="17876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Short? Deposit is next</a:t>
            </a:r>
            <a:endParaRPr lang="en-US" sz="1100" dirty="0"/>
          </a:p>
        </p:txBody>
      </p:sp>
      <p:pic>
        <p:nvPicPr>
          <p:cNvPr id="15" name="Image 3" descr="Mobile screen: Depos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417" y="1005840"/>
            <a:ext cx="1513311" cy="32004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04768" y="4343400"/>
            <a:ext cx="292608" cy="292608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104768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357257" y="4663440"/>
            <a:ext cx="17876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then back to the bet</a:t>
            </a:r>
            <a:endParaRPr lang="en-US" sz="1100" dirty="0"/>
          </a:p>
        </p:txBody>
      </p:sp>
      <p:pic>
        <p:nvPicPr>
          <p:cNvPr id="19" name="Image 4" descr="Mobile screen: How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3489" y="1005840"/>
            <a:ext cx="1513311" cy="32004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783840" y="4343400"/>
            <a:ext cx="292608" cy="292608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78384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7036329" y="4663440"/>
            <a:ext cx="17876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Play, anytime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· HOME PAGE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one clear question, two big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459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YES/NO questions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one idea. Full wording and source move to the detail page.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4231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Winnings on every button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"Shinda ≈2.8× dau" replaces "NDIO @ 33%", so users see reward, not odds.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004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Play at the top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button, visible without scrolling.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9776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always in reach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and a gold Weka pesa button sit in the header.</a:t>
            </a:r>
            <a:endParaRPr lang="en-US" sz="1500" dirty="0"/>
          </a:p>
        </p:txBody>
      </p:sp>
      <p:pic>
        <p:nvPicPr>
          <p:cNvPr id="16" name="Image 0" descr="Mobile screen: M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"/>
            <a:ext cx="218349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· BET SHEET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side, see the money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151A45"/>
          </a:solidFill>
          <a:ln w="12700">
            <a:solidFill>
              <a:srgbClr val="2BD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NDIO wins on a TZS 1,000 bet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D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TZS 2,700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≈2.7× your bet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1089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instantly, even before sign-up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box, quick amounts 1,000 / 2,000 / 5,000 / 10,000.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76472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73075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updates live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on every stake change from the current pool.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398264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35254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wording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"Makadirio" note: the final amount depends on the pool at close; 13% commission already deducted.</a:t>
            </a:r>
            <a:endParaRPr lang="en-US" sz="1500" dirty="0"/>
          </a:p>
        </p:txBody>
      </p:sp>
      <p:pic>
        <p:nvPicPr>
          <p:cNvPr id="17" name="Image 0" descr="Mobile screen: Pi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"/>
            <a:ext cx="218349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· BALANCE TOO 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enough balance? Deposit is the next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 error, the sheet shows the shortfall and two clearly separate options: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Weka pesa TZS 3,000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0A0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with the exact shortfall. M-Pesa, Airtel Money, HaloPesa.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51A45"/>
          </a:solidFill>
          <a:ln w="15875">
            <a:solidFill>
              <a:srgbClr val="343B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Bet TZS 2,000 instead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bet with the balance already available.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"Weka dau" button stays visible but disabled, so the user sees why.</a:t>
            </a:r>
            <a:endParaRPr lang="en-US" sz="1200" dirty="0"/>
          </a:p>
        </p:txBody>
      </p:sp>
      <p:pic>
        <p:nvPicPr>
          <p:cNvPr id="10" name="Image 0" descr="Mobile screen: LowBal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"/>
            <a:ext cx="218349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· DEPOSIT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in one screen, then straight 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459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pending bet stays in view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"Dau lako la TZS 5,000 linakusubiri" at the top of the screen.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4231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pre-filled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amount, last-used wallet and phone number.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004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PIN prompt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with M-Pesa, Airtel Money or HaloPesa on the phone.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9776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bet, user confirms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and stake are kept. The bet is never placed automatically.</a:t>
            </a:r>
            <a:endParaRPr lang="en-US" sz="1500" dirty="0"/>
          </a:p>
        </p:txBody>
      </p:sp>
      <p:pic>
        <p:nvPicPr>
          <p:cNvPr id="16" name="Image 0" descr="Mobile screen: Depos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"/>
            <a:ext cx="218349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· HOW TO PLAY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Play, in three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45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Chagua swali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 real event with one answer: NDIO or HAPANA.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77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Bonyeza NDIO au HAPANA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immediately what you can win, e.g. ≈2.7× your bet.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108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dau, subiri matokeo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share the pool; winnings go to balance and out via mobile money.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1B2160"/>
          </a:solidFill>
          <a:ln w="12700">
            <a:solidFill>
              <a:srgbClr val="343B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023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automatically on a first visit, reachable from the home page after that. Weka mipaka and the 0800 11 0011 helpline are always linked.</a:t>
            </a:r>
            <a:endParaRPr lang="en-US" sz="1250" dirty="0"/>
          </a:p>
        </p:txBody>
      </p:sp>
      <p:pic>
        <p:nvPicPr>
          <p:cNvPr id="15" name="Image 0" descr="Mobile screen: How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"/>
            <a:ext cx="218349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user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8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D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C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Ticker, stats, gauge, games and cards compete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YES/NO questions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C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"NDIO @ 33%" — a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"Shinda ≈2.8× dau" — a reward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C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Mid-page, easy to miss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at the top + first-visit sheet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Placing a bet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C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 before seeing any payout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preview first, sign-up 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C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path from the bet to deposit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is the next button, pre-filled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deposit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C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must find the market again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4F5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the same bet to confirm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43B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launch, we need to agree 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51A45"/>
          </a:solidFill>
          <a:ln w="12700">
            <a:solidFill>
              <a:srgbClr val="343B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527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Logged-out preview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bet sheet and payout open before sign-up?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51A45"/>
          </a:solidFill>
          <a:ln w="12700">
            <a:solidFill>
              <a:srgbClr val="343B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3258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2527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callbacks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M-Pesa, Airtel Money and HaloPesa return users to the pending bet?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51A45"/>
          </a:solidFill>
          <a:ln w="12700">
            <a:solidFill>
              <a:srgbClr val="343B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9260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529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titles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titles, or add a short-title field to each market?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51A45"/>
          </a:solidFill>
          <a:ln w="12700">
            <a:solidFill>
              <a:srgbClr val="343B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926080"/>
            <a:ext cx="329184" cy="329184"/>
          </a:xfrm>
          <a:prstGeom prst="ellipse">
            <a:avLst/>
          </a:prstGeom>
          <a:solidFill>
            <a:srgbClr val="FFC9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8529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4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review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Gaming Board need to see the new payout wording?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measures: home → bet sheet, bet sheet → bet placed, short balance → deposit, deposit → bet completed, time to first bet.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50pick — Simplified Betting Journey</dc:title>
  <dc:subject>PptxGenJS Presentation</dc:subject>
  <dc:creator>PptxGenJS</dc:creator>
  <cp:lastModifiedBy>fred muragwa</cp:lastModifiedBy>
  <cp:revision>2</cp:revision>
  <dcterms:created xsi:type="dcterms:W3CDTF">2026-09-28T14:15:06Z</dcterms:created>
  <dcterms:modified xsi:type="dcterms:W3CDTF">2026-09-28T14:18:54Z</dcterms:modified>
</cp:coreProperties>
</file>